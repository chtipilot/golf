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D5C4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2D5C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⛳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GOLF_TEAM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46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d'avant partie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du Directeur de session — pense-bête complet, écran par écran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KCC  ·  Par 72  ·  18 trous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5989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rôle du Directeur de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E8F0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16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Recevoir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83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cartes envoyées par chaque joueur en cours ou en fin de manche.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658368" cy="658368"/>
          </a:xfrm>
          <a:prstGeom prst="ellipse">
            <a:avLst/>
          </a:prstGeom>
          <a:solidFill>
            <a:srgbClr val="E8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016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cartes reçues se rassemblent dans un seul récapitulatif d'équipe.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658368" cy="658368"/>
          </a:xfrm>
          <a:prstGeom prst="ellipse">
            <a:avLst/>
          </a:prstGeom>
          <a:solidFill>
            <a:srgbClr val="E8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16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d'ajout automatique sans un coup d'œil — surtout pour les cartes scannées.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658368" cy="658368"/>
          </a:xfrm>
          <a:prstGeom prst="ellipse">
            <a:avLst/>
          </a:prstGeom>
          <a:solidFill>
            <a:srgbClr val="E8F0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016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Transmettre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5074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récap complet, prêt à renvoyer pour la mise à jour du site.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Le rôle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de partir sur le parcours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1E6CC"/>
          </a:solidFill>
          <a:ln w="19050">
            <a:solidFill>
              <a:srgbClr val="C9A6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la dernière version du site est bien déployée sur GitHub (numéro affiché en page de garde).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1E6CC"/>
          </a:solidFill>
          <a:ln w="19050">
            <a:solidFill>
              <a:srgbClr val="C9A6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80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SuarPark et confirmer que le sélecteur de langue fonctionne dans toutes les sections utilisées.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1E6CC"/>
          </a:solidFill>
          <a:ln w="19050">
            <a:solidFill>
              <a:srgbClr val="C9A6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31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tablette : envisager "Ajouter à l'écran d'accueil" pour un accès plus rapide et la réception de partage.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1E6CC"/>
          </a:solidFill>
          <a:ln w="19050">
            <a:solidFill>
              <a:srgbClr val="C9A6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83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S'assurer d'avoir une connexion (données mobiles ou Wi-Fi du club) pour l'échange des cartes en cours de partie.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Checklist de départ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d'accueil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2174"/>
            </a:avLst>
          </a:prstGeom>
          <a:solidFill>
            <a:srgbClr val="E8F0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GOLF_TEAM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· V01.004.064 · 🌐 Langue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A3C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Carte de score vierge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8803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A3C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Récap équipe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6309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Historique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389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sous les deux tuiles — parties déjà jouées, consultables à tout moment.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19202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départ.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grosses tuiles d'accès rapide, puis l'historique juste en dessous. Le sélecteur de langue est toujours en premier, en haut de chaque page.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Page d'accueil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carte de score vierge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2174"/>
            </a:avLst>
          </a:prstGeom>
          <a:solidFill>
            <a:srgbClr val="E8F0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30936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Récapitulatif de l'équipe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PATRICK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737360" y="3127248"/>
            <a:ext cx="4480560" cy="0"/>
          </a:xfrm>
          <a:prstGeom prst="line">
            <a:avLst/>
          </a:prstGeom>
          <a:noFill/>
          <a:ln w="25400">
            <a:solidFill>
              <a:srgbClr val="C9A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3756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WHITE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333756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7764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6309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C9A6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97764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Météo : température · vent · direction · condition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524305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25650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926994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28339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29684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31029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732374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33718" y="5212080"/>
            <a:ext cx="701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19202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regroupés à gauche,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encadrée à droite. Le nom du joueur reste bien visible en gros, tout en haut du tableau de score.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Carte de score vierge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Transmission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Transmission — envoyer / recevoir une carte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66928" cy="566928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736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87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ma carte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487168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— texte lisible, à coller dans Messenger, LINE, e-mail...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566928" cy="566928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736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82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ma carte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282696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— restaure MA carte (avec confirmation avant d'écraser).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566928" cy="566928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736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782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la carte d'un joueur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4078224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— s'ajoute au récap équipe, plusieurs cartes à la fois possible.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66928" cy="566928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901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736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873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une carte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4873752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— photo + reconnaissance, toujours à valider avant ajout.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96712"/>
            <a:ext cx="566928" cy="566928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696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🖨️📷</a:t>
            </a:r>
            <a:endParaRPr lang="en-US" sz="1736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669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pour un scan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56692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— grand écran net, pensé pour être photographié.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Menu Transmission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 de l'équipe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03720" cy="4114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6903720" cy="457200"/>
          </a:xfrm>
          <a:prstGeom prst="rect">
            <a:avLst/>
          </a:prstGeom>
          <a:solidFill>
            <a:srgbClr val="F1E6CC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LOUIS  (Toi)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6903720" cy="457200"/>
          </a:xfrm>
          <a:prstGeom prst="rect">
            <a:avLst/>
          </a:prstGeom>
          <a:solidFill>
            <a:srgbClr val="E8F0EE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PATRICK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200400"/>
            <a:ext cx="6903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SANDY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8803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42900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9776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18120" y="1874520"/>
            <a:ext cx="3794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golf classique.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score en tête. Ta propre carte apparaît aussi (badge "Toi"), sans jamais dupliquer les données.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Réceptions multiples 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joueur = une ligne. Si un joueur envoie ses 9 premiers trous puis les 9 derniers, tout se complète automatiquement.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Tout copier 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toutes les cartes connues en un seul texte, prêt à renvoyer.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Récapitulatif de l'équipe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format utiliser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E8F0EE"/>
          </a:solidFill>
          <a:ln w="19050">
            <a:solidFill>
              <a:srgbClr val="1A3C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Texte lisible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08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voit ce qu'il envoie — confiance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75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758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aux petits accidents de transmission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42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2428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exploitable même si un champ est perdu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9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097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l'envoi de plusieurs cartes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4F4F2"/>
          </a:solidFill>
          <a:ln w="19050">
            <a:solidFill>
              <a:srgbClr val="E4DF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SECOURS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Code technique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108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parfaite si transmis sans accroc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75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6758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Illisible pour un humain, boîte noire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242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2428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ou rien : une seule coupure le rend invalide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809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8097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Masqué par défaut dans l'interface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Bonnes pratiques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DÉPANNAGE RAPIDE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cas de souci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😵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a disparu / mal importée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8288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d'abord le texte reçu (balises "SuarPark_début"/"Fin" présentes ?). En dernier recours, redemande la carte au joueur.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640080" cy="640080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96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077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langue ne change pas partout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90779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et rouvre la section concernée, ou redéploie la dernière version si le souci persiste.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640080" cy="640080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32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96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8678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 se trompe sur un chiffre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98678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valider sans comparer à la photo. En cas de doute : "Refuser" puis redemander le texte.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640080" cy="640080"/>
          </a:xfrm>
          <a:prstGeom prst="ellipse">
            <a:avLst/>
          </a:prstGeom>
          <a:solidFill>
            <a:srgbClr val="F1E6C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11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6577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réseau sur le parcours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506577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cartes restent en mémoire sur chaque téléphone — la transmission peut attendre un meilleur réseau.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Dépannage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MANCHE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checklist du Directeur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3C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toutes les cartes attendues sont bien présentes dans le récap équipe.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3C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80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rapidement les totaux affichés avec les cartes papier ou les scores annoncés.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3C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31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"📋 Tout copier" pour rassembler toutes les cartes en un seul texte.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3C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83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ce texte pour la mise à jour du site (Excel + index.html).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 ·  Golf Team KCC  ·  Fin de manche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V01.004.064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D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66360" y="1920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C9A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⛳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partie !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: Copier ma carte → Récap équipe → Tout copier en fin de manche.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SuarPark · V01.004.064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2026-08-28T17:29:15Z</dcterms:created>
  <dcterms:modified xsi:type="dcterms:W3CDTF">2026-08-28T17:29:15Z</dcterms:modified>
</cp:coreProperties>
</file>